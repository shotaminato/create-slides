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— text, image, and shared template chrome.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Shape showcase — rect, roundRect, ellipse, triangle, block arrows, and line arrows.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20617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6537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create-slides  ·  YAML → PPTX</a:t>
            </a:r>
            <a:endParaRPr lang="en-US" sz="1100" dirty="0"/>
          </a:p>
        </p:txBody>
      </p:sp>
      <p:pic>
        <p:nvPicPr>
          <p:cNvPr id="5" name="Image 0" descr="create-slid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65960"/>
            <a:ext cx="1051560" cy="10515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920240" y="19659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create-slides</a:t>
            </a:r>
            <a:endParaRPr lang="en-US" sz="4400" dirty="0"/>
          </a:p>
        </p:txBody>
      </p:sp>
      <p:sp>
        <p:nvSpPr>
          <p:cNvPr id="7" name="Text 3"/>
          <p:cNvSpPr/>
          <p:nvPr/>
        </p:nvSpPr>
        <p:spPr>
          <a:xfrm>
            <a:off x="1920240" y="26060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の設定から PowerPoint を生成する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640080" y="3657600"/>
            <a:ext cx="502920" cy="109728"/>
          </a:xfrm>
          <a:prstGeom prst="roundRect">
            <a:avLst>
              <a:gd name="adj" fmla="val 416667"/>
            </a:avLst>
          </a:prstGeom>
          <a:solidFill>
            <a:srgbClr val="38BDF8"/>
          </a:solidFill>
          <a:ln/>
        </p:spPr>
      </p:sp>
      <p:sp>
        <p:nvSpPr>
          <p:cNvPr id="9" name="Text 5"/>
          <p:cNvSpPr/>
          <p:nvPr/>
        </p:nvSpPr>
        <p:spPr>
          <a:xfrm>
            <a:off x="640080" y="3931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· image · rect · roundRect · ellipse · triangle · arrows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20617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6537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create-slides  ·  YAML → PPTX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showcase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457200" y="822960"/>
            <a:ext cx="3474720" cy="1417320"/>
          </a:xfrm>
          <a:prstGeom prst="rect">
            <a:avLst/>
          </a:prstGeom>
          <a:solidFill>
            <a:srgbClr val="38BDF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343400" y="822960"/>
            <a:ext cx="3474720" cy="1417320"/>
          </a:xfrm>
          <a:prstGeom prst="roundRect">
            <a:avLst>
              <a:gd name="adj" fmla="val 12903"/>
            </a:avLst>
          </a:prstGeom>
          <a:solidFill>
            <a:srgbClr val="34D399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roundRect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0" y="777240"/>
            <a:ext cx="3474720" cy="1508760"/>
          </a:xfrm>
          <a:prstGeom prst="ellipse">
            <a:avLst/>
          </a:prstGeom>
          <a:solidFill>
            <a:srgbClr val="FBBF24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ellipse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606040"/>
            <a:ext cx="3474720" cy="1005840"/>
          </a:xfrm>
          <a:prstGeom prst="rightArrow">
            <a:avLst/>
          </a:prstGeom>
          <a:solidFill>
            <a:srgbClr val="F472B6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rightArrow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343400" y="2606040"/>
            <a:ext cx="3474720" cy="1005840"/>
          </a:xfrm>
          <a:prstGeom prst="leftArrow">
            <a:avLst/>
          </a:prstGeom>
          <a:solidFill>
            <a:srgbClr val="38BDF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leftArrow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549640" y="2468880"/>
            <a:ext cx="1234440" cy="1280160"/>
          </a:xfrm>
          <a:prstGeom prst="upArrow">
            <a:avLst/>
          </a:prstGeom>
          <a:solidFill>
            <a:srgbClr val="34D399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0104120" y="2468880"/>
            <a:ext cx="1234440" cy="1280160"/>
          </a:xfrm>
          <a:prstGeom prst="downArrow">
            <a:avLst/>
          </a:prstGeom>
          <a:solidFill>
            <a:srgbClr val="FBBF24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4297680"/>
            <a:ext cx="3474720" cy="45720"/>
          </a:xfrm>
          <a:prstGeom prst="line">
            <a:avLst/>
          </a:prstGeom>
          <a:noFill/>
          <a:ln w="31750">
            <a:solidFill>
              <a:srgbClr val="38BDF8"/>
            </a:solidFill>
            <a:prstDash val="solid"/>
            <a:headEnd type="none"/>
            <a:tailEnd type="arrow"/>
          </a:ln>
        </p:spPr>
      </p:sp>
      <p:sp>
        <p:nvSpPr>
          <p:cNvPr id="14" name="Text 11"/>
          <p:cNvSpPr/>
          <p:nvPr/>
        </p:nvSpPr>
        <p:spPr>
          <a:xfrm>
            <a:off x="457200" y="45262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+ endArrowType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43400" y="4160520"/>
            <a:ext cx="3474720" cy="320040"/>
          </a:xfrm>
          <a:prstGeom prst="line">
            <a:avLst/>
          </a:prstGeom>
          <a:noFill/>
          <a:ln w="31750">
            <a:solidFill>
              <a:srgbClr val="34D399"/>
            </a:solidFill>
            <a:prstDash val="solid"/>
            <a:tailEnd type="arrow"/>
          </a:ln>
        </p:spPr>
      </p:sp>
      <p:sp>
        <p:nvSpPr>
          <p:cNvPr id="16" name="Text 13"/>
          <p:cNvSpPr/>
          <p:nvPr/>
        </p:nvSpPr>
        <p:spPr>
          <a:xfrm>
            <a:off x="4343400" y="45262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lineArrow alias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229600" y="4160520"/>
            <a:ext cx="3474720" cy="320040"/>
          </a:xfrm>
          <a:prstGeom prst="line">
            <a:avLst/>
          </a:prstGeom>
          <a:noFill/>
          <a:ln w="31750">
            <a:solidFill>
              <a:srgbClr val="FBBF24"/>
            </a:solidFill>
            <a:prstDash val="solid"/>
            <a:headEnd type="arrow"/>
            <a:tailEnd type="arrow"/>
          </a:ln>
        </p:spPr>
      </p:sp>
      <p:sp>
        <p:nvSpPr>
          <p:cNvPr id="18" name="Text 15"/>
          <p:cNvSpPr/>
          <p:nvPr/>
        </p:nvSpPr>
        <p:spPr>
          <a:xfrm>
            <a:off x="8229600" y="45262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lineDoubleArrow alias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57200" y="5074920"/>
            <a:ext cx="5394960" cy="1051560"/>
          </a:xfrm>
          <a:prstGeom prst="leftRightArrow">
            <a:avLst/>
          </a:prstGeom>
          <a:solidFill>
            <a:srgbClr val="1E293B"/>
          </a:solidFill>
          <a:ln w="15875">
            <a:solidFill>
              <a:srgbClr val="38BDF8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leftRightArrow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400800" y="4983480"/>
            <a:ext cx="1371600" cy="1234440"/>
          </a:xfrm>
          <a:prstGeom prst="upDownArrow">
            <a:avLst/>
          </a:prstGeom>
          <a:solidFill>
            <a:srgbClr val="1E293B"/>
          </a:solidFill>
          <a:ln w="15875">
            <a:solidFill>
              <a:srgbClr val="34D399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↕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229600" y="4937760"/>
            <a:ext cx="3474720" cy="1234440"/>
          </a:xfrm>
          <a:prstGeom prst="triangle">
            <a:avLst/>
          </a:prstGeom>
          <a:solidFill>
            <a:srgbClr val="1E293B"/>
          </a:solidFill>
          <a:ln w="15875">
            <a:solidFill>
              <a:srgbClr val="F472B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create-slides demo</dc:title>
  <dc:subject>YAML-driven PowerPoint generator</dc:subject>
  <dc:creator>create-slides</dc:creator>
  <cp:lastModifiedBy>create-slides</cp:lastModifiedBy>
  <cp:revision>1</cp:revision>
  <dcterms:created xsi:type="dcterms:W3CDTF">2026-10-06T11:06:57Z</dcterms:created>
  <dcterms:modified xsi:type="dcterms:W3CDTF">2026-10-06T11:06:57Z</dcterms:modified>
</cp:coreProperties>
</file>