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SHD Group 2026。RISC-V 搭載 SoC の出荷数と売上。2024年まで実績、2025年以降は予測。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3" name="Text 1"/>
          <p:cNvSpPr/>
          <p:nvPr/>
        </p:nvSpPr>
        <p:spPr>
          <a:xfrm>
            <a:off x="292608" y="6419088"/>
            <a:ext cx="946404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SHD102-26 Abridged, April 2026, Tables 13–14（公開数値から再作図）</a:t>
            </a:r>
            <a:endParaRPr lang="ja-JP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 / 1</a:t>
            </a:r>
            <a:endParaRPr lang="ja-JP" sz="1800" dirty="0"/>
          </a:p>
        </p:txBody>
      </p:sp>
      <p:sp>
        <p:nvSpPr>
          <p:cNvPr id="4" name="Shape 1"/>
          <p:cNvSpPr/>
          <p:nvPr/>
        </p:nvSpPr>
        <p:spPr>
          <a:xfrm>
            <a:off x="292608" y="237744"/>
            <a:ext cx="82296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5" name="Text 2"/>
          <p:cNvSpPr/>
          <p:nvPr/>
        </p:nvSpPr>
        <p:spPr>
          <a:xfrm>
            <a:off x="475488" y="182880"/>
            <a:ext cx="74980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RISC-V市場予測（SHD Group 2026）</a:t>
            </a:r>
            <a:endParaRPr lang="ja-JP" sz="2800" dirty="0"/>
          </a:p>
        </p:txBody>
      </p:sp>
      <p:sp>
        <p:nvSpPr>
          <p:cNvPr id="6" name="Text 3"/>
          <p:cNvSpPr/>
          <p:nvPr/>
        </p:nvSpPr>
        <p:spPr>
          <a:xfrm>
            <a:off x="7818120" y="219456"/>
            <a:ext cx="406908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2024年まで実績／2025年以降は予測</a:t>
            </a:r>
            <a:endParaRPr lang="ja-JP" sz="1600" dirty="0"/>
          </a:p>
        </p:txBody>
      </p:sp>
      <p:pic>
        <p:nvPicPr>
          <p:cNvPr id="7" name="Image 0" descr="RISC-V搭載SoCの出荷数と普及率（2022〜2031）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6032" y="713232"/>
            <a:ext cx="5833872" cy="3291840"/>
          </a:xfrm>
          <a:prstGeom prst="rect">
            <a:avLst/>
          </a:prstGeom>
        </p:spPr>
      </p:pic>
      <p:pic>
        <p:nvPicPr>
          <p:cNvPr id="8" name="Image 1" descr="RISC-V搭載SoCの売上と普及率（2022〜2031）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81344" y="713232"/>
            <a:ext cx="5833872" cy="32918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92608" y="5074920"/>
            <a:ext cx="11603736" cy="868680"/>
          </a:xfrm>
          <a:prstGeom prst="roundRect">
            <a:avLst>
              <a:gd name="adj" fmla="val 14737"/>
            </a:avLst>
          </a:prstGeom>
          <a:solidFill>
            <a:srgbClr val="1B365D"/>
          </a:solidFill>
          <a:ln/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2026年、RISC-VはRVA23実機とAIで成長期へ。ただしオープンISA≠無償シリコン、対Armはこれから。</a:t>
            </a:r>
            <a:endParaRPr lang="ja-JP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RISC-V市場予測（SHD Group 2026）</dc:title>
  <dc:subject>SHD102-26 Abridged, April 2026</dc:subject>
  <dc:creator>create-slides</dc:creator>
  <cp:lastModifiedBy>create-slides</cp:lastModifiedBy>
  <cp:revision>1</cp:revision>
  <dcterms:created xsi:type="dcterms:W3CDTF">2026-10-06T12:17:06Z</dcterms:created>
  <dcterms:modified xsi:type="dcterms:W3CDTF">2026-10-06T12:17:06Z</dcterms:modified>
</cp:coreProperties>
</file>