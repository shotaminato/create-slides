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text, image, and shared template chrome.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 showcase — rect, roundRect, ellipse, block arrows, and line arrows.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6537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create-slides  ·  YAML → PPTX</a:t>
            </a:r>
            <a:endParaRPr lang="en-US" sz="1100" dirty="0"/>
          </a:p>
        </p:txBody>
      </p:sp>
      <p:pic>
        <p:nvPicPr>
          <p:cNvPr id="5" name="Image 0" descr="create-slid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1051560" cy="1051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20240" y="1965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create-slides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1920240" y="2606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の設定から PowerPoint を生成する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640080" y="3657600"/>
            <a:ext cx="502920" cy="109728"/>
          </a:xfrm>
          <a:prstGeom prst="roundRect">
            <a:avLst>
              <a:gd name="adj" fmla="val 416667"/>
            </a:avLst>
          </a:prstGeom>
          <a:solidFill>
            <a:srgbClr val="38BDF8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image · rect · roundRect · ellipse · arrows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6537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create-slides  ·  YAML → PPTX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showcase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3474720" cy="141732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43400" y="822960"/>
            <a:ext cx="3474720" cy="1417320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roundRect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0" y="777240"/>
            <a:ext cx="3474720" cy="1508760"/>
          </a:xfrm>
          <a:prstGeom prst="ellipse">
            <a:avLst/>
          </a:prstGeom>
          <a:solidFill>
            <a:srgbClr val="FBBF2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3474720" cy="1005840"/>
          </a:xfrm>
          <a:prstGeom prst="rightArrow">
            <a:avLst/>
          </a:prstGeom>
          <a:solidFill>
            <a:srgbClr val="F472B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rightArrow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43400" y="2606040"/>
            <a:ext cx="3474720" cy="1005840"/>
          </a:xfrm>
          <a:prstGeom prst="leftArrow">
            <a:avLst/>
          </a:prstGeom>
          <a:solidFill>
            <a:srgbClr val="38BDF8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leftArrow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49640" y="2468880"/>
            <a:ext cx="1234440" cy="1280160"/>
          </a:xfrm>
          <a:prstGeom prst="upArrow">
            <a:avLst/>
          </a:prstGeom>
          <a:solidFill>
            <a:srgbClr val="34D399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104120" y="2468880"/>
            <a:ext cx="1234440" cy="1280160"/>
          </a:xfrm>
          <a:prstGeom prst="downArrow">
            <a:avLst/>
          </a:prstGeom>
          <a:solidFill>
            <a:srgbClr val="FBBF2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297680"/>
            <a:ext cx="3474720" cy="4572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headEnd type="none"/>
            <a:tailEnd type="arrow"/>
          </a:ln>
        </p:spPr>
      </p:sp>
      <p:sp>
        <p:nvSpPr>
          <p:cNvPr id="14" name="Text 11"/>
          <p:cNvSpPr/>
          <p:nvPr/>
        </p:nvSpPr>
        <p:spPr>
          <a:xfrm>
            <a:off x="45720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endArrowType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43400" y="4160520"/>
            <a:ext cx="3474720" cy="320040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  <a:tailEnd type="arrow"/>
          </a:ln>
        </p:spPr>
      </p:sp>
      <p:sp>
        <p:nvSpPr>
          <p:cNvPr id="16" name="Text 13"/>
          <p:cNvSpPr/>
          <p:nvPr/>
        </p:nvSpPr>
        <p:spPr>
          <a:xfrm>
            <a:off x="434340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lineArrow alias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0" y="4160520"/>
            <a:ext cx="3474720" cy="32004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  <a:headEnd type="arrow"/>
            <a:tailEnd type="arrow"/>
          </a:ln>
        </p:spPr>
      </p:sp>
      <p:sp>
        <p:nvSpPr>
          <p:cNvPr id="18" name="Text 15"/>
          <p:cNvSpPr/>
          <p:nvPr/>
        </p:nvSpPr>
        <p:spPr>
          <a:xfrm>
            <a:off x="822960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lineDoubleArrow alias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5074920"/>
            <a:ext cx="5394960" cy="1051560"/>
          </a:xfrm>
          <a:prstGeom prst="leftRightArrow">
            <a:avLst/>
          </a:prstGeom>
          <a:solidFill>
            <a:srgbClr val="1E293B"/>
          </a:solidFill>
          <a:ln w="15875">
            <a:solidFill>
              <a:srgbClr val="38BDF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leftRightArrow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4983480"/>
            <a:ext cx="1371600" cy="1234440"/>
          </a:xfrm>
          <a:prstGeom prst="upDownArrow">
            <a:avLst/>
          </a:prstGeom>
          <a:solidFill>
            <a:srgbClr val="1E293B"/>
          </a:solidFill>
          <a:ln w="15875">
            <a:solidFill>
              <a:srgbClr val="34D399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29600" y="5074920"/>
            <a:ext cx="3474720" cy="1051560"/>
          </a:xfrm>
          <a:prstGeom prst="chevron">
            <a:avLst/>
          </a:prstGeom>
          <a:solidFill>
            <a:srgbClr val="1E293B"/>
          </a:solidFill>
          <a:ln w="15875">
            <a:solidFill>
              <a:srgbClr val="F472B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create-slides demo</dc:title>
  <dc:subject>YAML-driven PowerPoint generator</dc:subject>
  <dc:creator>create-slides</dc:creator>
  <cp:lastModifiedBy>create-slides</cp:lastModifiedBy>
  <cp:revision>1</cp:revision>
  <dcterms:created xsi:type="dcterms:W3CDTF">2026-10-06T10:59:40Z</dcterms:created>
  <dcterms:modified xsi:type="dcterms:W3CDTF">2026-10-06T10:59:40Z</dcterms:modified>
</cp:coreProperties>
</file>